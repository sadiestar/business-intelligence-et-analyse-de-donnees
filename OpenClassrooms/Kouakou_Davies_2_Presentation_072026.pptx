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6" r:id="rId3"/>
    <p:sldId id="258" r:id="rId4"/>
    <p:sldId id="265" r:id="rId5"/>
    <p:sldId id="259" r:id="rId6"/>
    <p:sldId id="260" r:id="rId7"/>
    <p:sldId id="268" r:id="rId8"/>
    <p:sldId id="261" r:id="rId9"/>
    <p:sldId id="263" r:id="rId10"/>
    <p:sldId id="264" r:id="rId11"/>
    <p:sldId id="269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2A3C3-6DE7-4772-A1CB-C23B95B21191}" v="5" dt="2026-06-27T13:13:24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AKOU Davies" userId="c08c6ba1-a1ea-46ae-ac51-965dd17fe49c" providerId="ADAL" clId="{E6E1E5F7-C559-456C-B6CE-AFA82007674C}"/>
    <pc:docChg chg="undo custSel addSld delSld modSld sldOrd modMainMaster">
      <pc:chgData name="KOUAKOU Davies" userId="c08c6ba1-a1ea-46ae-ac51-965dd17fe49c" providerId="ADAL" clId="{E6E1E5F7-C559-456C-B6CE-AFA82007674C}" dt="2026-06-27T15:37:08.299" v="2700" actId="931"/>
      <pc:docMkLst>
        <pc:docMk/>
      </pc:docMkLst>
      <pc:sldChg chg="modSp mod">
        <pc:chgData name="KOUAKOU Davies" userId="c08c6ba1-a1ea-46ae-ac51-965dd17fe49c" providerId="ADAL" clId="{E6E1E5F7-C559-456C-B6CE-AFA82007674C}" dt="2026-06-24T15:18:54.521" v="1376" actId="20577"/>
        <pc:sldMkLst>
          <pc:docMk/>
          <pc:sldMk cId="0" sldId="256"/>
        </pc:sldMkLst>
        <pc:spChg chg="mod">
          <ac:chgData name="KOUAKOU Davies" userId="c08c6ba1-a1ea-46ae-ac51-965dd17fe49c" providerId="ADAL" clId="{E6E1E5F7-C559-456C-B6CE-AFA82007674C}" dt="2026-06-24T15:18:54.521" v="1376" actId="20577"/>
          <ac:spMkLst>
            <pc:docMk/>
            <pc:sldMk cId="0" sldId="256"/>
            <ac:spMk id="86" creationId="{00000000-0000-0000-0000-000000000000}"/>
          </ac:spMkLst>
        </pc:spChg>
      </pc:sldChg>
      <pc:sldChg chg="addSp delSp modSp mod ord">
        <pc:chgData name="KOUAKOU Davies" userId="c08c6ba1-a1ea-46ae-ac51-965dd17fe49c" providerId="ADAL" clId="{E6E1E5F7-C559-456C-B6CE-AFA82007674C}" dt="2026-06-26T08:51:55.972" v="2586" actId="1076"/>
        <pc:sldMkLst>
          <pc:docMk/>
          <pc:sldMk cId="0" sldId="257"/>
        </pc:sldMkLst>
        <pc:spChg chg="add del mod">
          <ac:chgData name="KOUAKOU Davies" userId="c08c6ba1-a1ea-46ae-ac51-965dd17fe49c" providerId="ADAL" clId="{E6E1E5F7-C559-456C-B6CE-AFA82007674C}" dt="2026-06-26T08:26:00.224" v="2497" actId="478"/>
          <ac:spMkLst>
            <pc:docMk/>
            <pc:sldMk cId="0" sldId="257"/>
            <ac:spMk id="3" creationId="{14C87BAD-3AF0-5188-FAD2-6932FB477709}"/>
          </ac:spMkLst>
        </pc:spChg>
        <pc:spChg chg="add del mod">
          <ac:chgData name="KOUAKOU Davies" userId="c08c6ba1-a1ea-46ae-ac51-965dd17fe49c" providerId="ADAL" clId="{E6E1E5F7-C559-456C-B6CE-AFA82007674C}" dt="2026-06-26T08:25:49.521" v="2496" actId="21"/>
          <ac:spMkLst>
            <pc:docMk/>
            <pc:sldMk cId="0" sldId="257"/>
            <ac:spMk id="6" creationId="{1D0E9165-209E-06A9-0564-C1375D698431}"/>
          </ac:spMkLst>
        </pc:spChg>
        <pc:spChg chg="add mod">
          <ac:chgData name="KOUAKOU Davies" userId="c08c6ba1-a1ea-46ae-ac51-965dd17fe49c" providerId="ADAL" clId="{E6E1E5F7-C559-456C-B6CE-AFA82007674C}" dt="2026-06-26T08:51:55.972" v="2586" actId="1076"/>
          <ac:spMkLst>
            <pc:docMk/>
            <pc:sldMk cId="0" sldId="257"/>
            <ac:spMk id="10" creationId="{E16FEFCD-B512-777F-7831-EE5B9189C826}"/>
          </ac:spMkLst>
        </pc:spChg>
        <pc:picChg chg="add del mod">
          <ac:chgData name="KOUAKOU Davies" userId="c08c6ba1-a1ea-46ae-ac51-965dd17fe49c" providerId="ADAL" clId="{E6E1E5F7-C559-456C-B6CE-AFA82007674C}" dt="2026-06-26T08:50:43.253" v="2575" actId="1076"/>
          <ac:picMkLst>
            <pc:docMk/>
            <pc:sldMk cId="0" sldId="257"/>
            <ac:picMk id="5" creationId="{D7ED96E8-5061-ED2E-14C6-6C88744FC5F1}"/>
          </ac:picMkLst>
        </pc:picChg>
        <pc:picChg chg="add del mod">
          <ac:chgData name="KOUAKOU Davies" userId="c08c6ba1-a1ea-46ae-ac51-965dd17fe49c" providerId="ADAL" clId="{E6E1E5F7-C559-456C-B6CE-AFA82007674C}" dt="2026-06-26T08:31:35.131" v="2507" actId="478"/>
          <ac:picMkLst>
            <pc:docMk/>
            <pc:sldMk cId="0" sldId="257"/>
            <ac:picMk id="7" creationId="{CDEE1924-F4BE-9250-6ACF-7B37309F8B04}"/>
          </ac:picMkLst>
        </pc:picChg>
        <pc:picChg chg="add mod">
          <ac:chgData name="KOUAKOU Davies" userId="c08c6ba1-a1ea-46ae-ac51-965dd17fe49c" providerId="ADAL" clId="{E6E1E5F7-C559-456C-B6CE-AFA82007674C}" dt="2026-06-26T08:51:45.509" v="2584" actId="14100"/>
          <ac:picMkLst>
            <pc:docMk/>
            <pc:sldMk cId="0" sldId="257"/>
            <ac:picMk id="9" creationId="{A9C79940-D5B5-0D57-61B3-809EA441E104}"/>
          </ac:picMkLst>
        </pc:picChg>
      </pc:sldChg>
      <pc:sldChg chg="addSp delSp modSp mod modNotes">
        <pc:chgData name="KOUAKOU Davies" userId="c08c6ba1-a1ea-46ae-ac51-965dd17fe49c" providerId="ADAL" clId="{E6E1E5F7-C559-456C-B6CE-AFA82007674C}" dt="2026-06-26T07:40:30.193" v="2489" actId="14100"/>
        <pc:sldMkLst>
          <pc:docMk/>
          <pc:sldMk cId="0" sldId="258"/>
        </pc:sldMkLst>
        <pc:spChg chg="add mod">
          <ac:chgData name="KOUAKOU Davies" userId="c08c6ba1-a1ea-46ae-ac51-965dd17fe49c" providerId="ADAL" clId="{E6E1E5F7-C559-456C-B6CE-AFA82007674C}" dt="2026-06-24T15:08:42.138" v="1273" actId="1076"/>
          <ac:spMkLst>
            <pc:docMk/>
            <pc:sldMk cId="0" sldId="258"/>
            <ac:spMk id="4" creationId="{3BC19CD5-4057-A178-E4B6-E07E7C0E9187}"/>
          </ac:spMkLst>
        </pc:spChg>
        <pc:spChg chg="mod">
          <ac:chgData name="KOUAKOU Davies" userId="c08c6ba1-a1ea-46ae-ac51-965dd17fe49c" providerId="ADAL" clId="{E6E1E5F7-C559-456C-B6CE-AFA82007674C}" dt="2026-06-23T16:22:46.704" v="135" actId="255"/>
          <ac:spMkLst>
            <pc:docMk/>
            <pc:sldMk cId="0" sldId="258"/>
            <ac:spMk id="98" creationId="{00000000-0000-0000-0000-000000000000}"/>
          </ac:spMkLst>
        </pc:spChg>
        <pc:spChg chg="mod">
          <ac:chgData name="KOUAKOU Davies" userId="c08c6ba1-a1ea-46ae-ac51-965dd17fe49c" providerId="ADAL" clId="{E6E1E5F7-C559-456C-B6CE-AFA82007674C}" dt="2026-06-24T15:08:36.428" v="1272" actId="27636"/>
          <ac:spMkLst>
            <pc:docMk/>
            <pc:sldMk cId="0" sldId="258"/>
            <ac:spMk id="99" creationId="{00000000-0000-0000-0000-000000000000}"/>
          </ac:spMkLst>
        </pc:spChg>
        <pc:picChg chg="add mod">
          <ac:chgData name="KOUAKOU Davies" userId="c08c6ba1-a1ea-46ae-ac51-965dd17fe49c" providerId="ADAL" clId="{E6E1E5F7-C559-456C-B6CE-AFA82007674C}" dt="2026-06-26T07:40:30.193" v="2489" actId="14100"/>
          <ac:picMkLst>
            <pc:docMk/>
            <pc:sldMk cId="0" sldId="258"/>
            <ac:picMk id="3" creationId="{E33ABF49-39DC-6686-B315-0CD1E0D0091F}"/>
          </ac:picMkLst>
        </pc:picChg>
        <pc:picChg chg="add mod">
          <ac:chgData name="KOUAKOU Davies" userId="c08c6ba1-a1ea-46ae-ac51-965dd17fe49c" providerId="ADAL" clId="{E6E1E5F7-C559-456C-B6CE-AFA82007674C}" dt="2026-06-24T15:08:32.073" v="1270" actId="1076"/>
          <ac:picMkLst>
            <pc:docMk/>
            <pc:sldMk cId="0" sldId="258"/>
            <ac:picMk id="8" creationId="{90CEDF58-5B19-CF30-369B-92FC97CE03C0}"/>
          </ac:picMkLst>
        </pc:picChg>
      </pc:sldChg>
      <pc:sldChg chg="addSp delSp modSp mod modNotes">
        <pc:chgData name="KOUAKOU Davies" userId="c08c6ba1-a1ea-46ae-ac51-965dd17fe49c" providerId="ADAL" clId="{E6E1E5F7-C559-456C-B6CE-AFA82007674C}" dt="2026-06-26T07:43:50.606" v="2495" actId="1076"/>
        <pc:sldMkLst>
          <pc:docMk/>
          <pc:sldMk cId="0" sldId="259"/>
        </pc:sldMkLst>
        <pc:spChg chg="add mod">
          <ac:chgData name="KOUAKOU Davies" userId="c08c6ba1-a1ea-46ae-ac51-965dd17fe49c" providerId="ADAL" clId="{E6E1E5F7-C559-456C-B6CE-AFA82007674C}" dt="2026-06-23T18:28:48.071" v="421" actId="27636"/>
          <ac:spMkLst>
            <pc:docMk/>
            <pc:sldMk cId="0" sldId="259"/>
            <ac:spMk id="2" creationId="{EE79E00E-CAA9-B60A-624D-7737C5E7AB2A}"/>
          </ac:spMkLst>
        </pc:spChg>
        <pc:spChg chg="add mod">
          <ac:chgData name="KOUAKOU Davies" userId="c08c6ba1-a1ea-46ae-ac51-965dd17fe49c" providerId="ADAL" clId="{E6E1E5F7-C559-456C-B6CE-AFA82007674C}" dt="2026-06-23T18:29:06.782" v="429" actId="1076"/>
          <ac:spMkLst>
            <pc:docMk/>
            <pc:sldMk cId="0" sldId="259"/>
            <ac:spMk id="4" creationId="{7C564CBA-D4F6-8328-F17E-DB2820407FF4}"/>
          </ac:spMkLst>
        </pc:spChg>
        <pc:spChg chg="mod">
          <ac:chgData name="KOUAKOU Davies" userId="c08c6ba1-a1ea-46ae-ac51-965dd17fe49c" providerId="ADAL" clId="{E6E1E5F7-C559-456C-B6CE-AFA82007674C}" dt="2026-06-23T18:09:54.714" v="258" actId="27636"/>
          <ac:spMkLst>
            <pc:docMk/>
            <pc:sldMk cId="0" sldId="259"/>
            <ac:spMk id="104" creationId="{00000000-0000-0000-0000-000000000000}"/>
          </ac:spMkLst>
        </pc:spChg>
        <pc:spChg chg="mod">
          <ac:chgData name="KOUAKOU Davies" userId="c08c6ba1-a1ea-46ae-ac51-965dd17fe49c" providerId="ADAL" clId="{E6E1E5F7-C559-456C-B6CE-AFA82007674C}" dt="2026-06-23T18:28:53.810" v="424" actId="1076"/>
          <ac:spMkLst>
            <pc:docMk/>
            <pc:sldMk cId="0" sldId="259"/>
            <ac:spMk id="105" creationId="{00000000-0000-0000-0000-000000000000}"/>
          </ac:spMkLst>
        </pc:spChg>
        <pc:picChg chg="add mod">
          <ac:chgData name="KOUAKOU Davies" userId="c08c6ba1-a1ea-46ae-ac51-965dd17fe49c" providerId="ADAL" clId="{E6E1E5F7-C559-456C-B6CE-AFA82007674C}" dt="2026-06-26T07:43:50.606" v="2495" actId="1076"/>
          <ac:picMkLst>
            <pc:docMk/>
            <pc:sldMk cId="0" sldId="259"/>
            <ac:picMk id="5" creationId="{DB83669D-E0A7-BF98-68DD-30E35BAF3BE3}"/>
          </ac:picMkLst>
        </pc:picChg>
      </pc:sldChg>
      <pc:sldChg chg="addSp delSp modSp mod modNotes">
        <pc:chgData name="KOUAKOU Davies" userId="c08c6ba1-a1ea-46ae-ac51-965dd17fe49c" providerId="ADAL" clId="{E6E1E5F7-C559-456C-B6CE-AFA82007674C}" dt="2026-06-24T15:06:22.028" v="1253" actId="931"/>
        <pc:sldMkLst>
          <pc:docMk/>
          <pc:sldMk cId="0" sldId="260"/>
        </pc:sldMkLst>
        <pc:spChg chg="add mod">
          <ac:chgData name="KOUAKOU Davies" userId="c08c6ba1-a1ea-46ae-ac51-965dd17fe49c" providerId="ADAL" clId="{E6E1E5F7-C559-456C-B6CE-AFA82007674C}" dt="2026-06-23T18:56:44.005" v="505" actId="1076"/>
          <ac:spMkLst>
            <pc:docMk/>
            <pc:sldMk cId="0" sldId="260"/>
            <ac:spMk id="4" creationId="{FFCBCD80-69C2-D03B-6881-CB0537602E2F}"/>
          </ac:spMkLst>
        </pc:spChg>
        <pc:spChg chg="mod">
          <ac:chgData name="KOUAKOU Davies" userId="c08c6ba1-a1ea-46ae-ac51-965dd17fe49c" providerId="ADAL" clId="{E6E1E5F7-C559-456C-B6CE-AFA82007674C}" dt="2026-06-23T18:31:27.301" v="443" actId="27636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KOUAKOU Davies" userId="c08c6ba1-a1ea-46ae-ac51-965dd17fe49c" providerId="ADAL" clId="{E6E1E5F7-C559-456C-B6CE-AFA82007674C}" dt="2026-06-23T18:57:17.928" v="514" actId="27636"/>
          <ac:spMkLst>
            <pc:docMk/>
            <pc:sldMk cId="0" sldId="260"/>
            <ac:spMk id="111" creationId="{00000000-0000-0000-0000-000000000000}"/>
          </ac:spMkLst>
        </pc:spChg>
        <pc:picChg chg="add mod">
          <ac:chgData name="KOUAKOU Davies" userId="c08c6ba1-a1ea-46ae-ac51-965dd17fe49c" providerId="ADAL" clId="{E6E1E5F7-C559-456C-B6CE-AFA82007674C}" dt="2026-06-23T18:56:21.297" v="492" actId="1076"/>
          <ac:picMkLst>
            <pc:docMk/>
            <pc:sldMk cId="0" sldId="260"/>
            <ac:picMk id="3" creationId="{7D0795D2-453C-68D4-8EA5-B844BA491B0E}"/>
          </ac:picMkLst>
        </pc:picChg>
        <pc:picChg chg="add mod">
          <ac:chgData name="KOUAKOU Davies" userId="c08c6ba1-a1ea-46ae-ac51-965dd17fe49c" providerId="ADAL" clId="{E6E1E5F7-C559-456C-B6CE-AFA82007674C}" dt="2026-06-24T15:06:22.028" v="1253" actId="931"/>
          <ac:picMkLst>
            <pc:docMk/>
            <pc:sldMk cId="0" sldId="260"/>
            <ac:picMk id="5" creationId="{DF17F06C-67F1-CA79-FD41-2D49C0ECE525}"/>
          </ac:picMkLst>
        </pc:picChg>
      </pc:sldChg>
      <pc:sldChg chg="modSp mod">
        <pc:chgData name="KOUAKOU Davies" userId="c08c6ba1-a1ea-46ae-ac51-965dd17fe49c" providerId="ADAL" clId="{E6E1E5F7-C559-456C-B6CE-AFA82007674C}" dt="2026-06-24T15:19:52.086" v="1422" actId="20577"/>
        <pc:sldMkLst>
          <pc:docMk/>
          <pc:sldMk cId="0" sldId="261"/>
        </pc:sldMkLst>
        <pc:spChg chg="mod">
          <ac:chgData name="KOUAKOU Davies" userId="c08c6ba1-a1ea-46ae-ac51-965dd17fe49c" providerId="ADAL" clId="{E6E1E5F7-C559-456C-B6CE-AFA82007674C}" dt="2026-06-24T15:19:52.086" v="1422" actId="20577"/>
          <ac:spMkLst>
            <pc:docMk/>
            <pc:sldMk cId="0" sldId="261"/>
            <ac:spMk id="116" creationId="{00000000-0000-0000-0000-000000000000}"/>
          </ac:spMkLst>
        </pc:spChg>
      </pc:sldChg>
      <pc:sldChg chg="addSp modSp mod">
        <pc:chgData name="KOUAKOU Davies" userId="c08c6ba1-a1ea-46ae-ac51-965dd17fe49c" providerId="ADAL" clId="{E6E1E5F7-C559-456C-B6CE-AFA82007674C}" dt="2026-06-25T14:24:02.783" v="2180" actId="931"/>
        <pc:sldMkLst>
          <pc:docMk/>
          <pc:sldMk cId="0" sldId="263"/>
        </pc:sldMkLst>
        <pc:spChg chg="add mod">
          <ac:chgData name="KOUAKOU Davies" userId="c08c6ba1-a1ea-46ae-ac51-965dd17fe49c" providerId="ADAL" clId="{E6E1E5F7-C559-456C-B6CE-AFA82007674C}" dt="2026-06-25T14:00:08.562" v="2137" actId="6549"/>
          <ac:spMkLst>
            <pc:docMk/>
            <pc:sldMk cId="0" sldId="263"/>
            <ac:spMk id="2" creationId="{D6F2DA1A-55E0-765F-1F55-D0D7B6129FF6}"/>
          </ac:spMkLst>
        </pc:spChg>
        <pc:spChg chg="mod">
          <ac:chgData name="KOUAKOU Davies" userId="c08c6ba1-a1ea-46ae-ac51-965dd17fe49c" providerId="ADAL" clId="{E6E1E5F7-C559-456C-B6CE-AFA82007674C}" dt="2026-06-25T14:01:01.859" v="2179" actId="27636"/>
          <ac:spMkLst>
            <pc:docMk/>
            <pc:sldMk cId="0" sldId="263"/>
            <ac:spMk id="127" creationId="{00000000-0000-0000-0000-000000000000}"/>
          </ac:spMkLst>
        </pc:spChg>
        <pc:spChg chg="mod">
          <ac:chgData name="KOUAKOU Davies" userId="c08c6ba1-a1ea-46ae-ac51-965dd17fe49c" providerId="ADAL" clId="{E6E1E5F7-C559-456C-B6CE-AFA82007674C}" dt="2026-06-25T13:56:53.379" v="2123" actId="20577"/>
          <ac:spMkLst>
            <pc:docMk/>
            <pc:sldMk cId="0" sldId="263"/>
            <ac:spMk id="128" creationId="{00000000-0000-0000-0000-000000000000}"/>
          </ac:spMkLst>
        </pc:spChg>
        <pc:picChg chg="add mod">
          <ac:chgData name="KOUAKOU Davies" userId="c08c6ba1-a1ea-46ae-ac51-965dd17fe49c" providerId="ADAL" clId="{E6E1E5F7-C559-456C-B6CE-AFA82007674C}" dt="2026-06-25T14:24:02.783" v="2180" actId="931"/>
          <ac:picMkLst>
            <pc:docMk/>
            <pc:sldMk cId="0" sldId="263"/>
            <ac:picMk id="4" creationId="{FF1C4012-C405-2D5B-733A-F5C7CF415B53}"/>
          </ac:picMkLst>
        </pc:picChg>
      </pc:sldChg>
      <pc:sldChg chg="addSp modSp mod">
        <pc:chgData name="KOUAKOU Davies" userId="c08c6ba1-a1ea-46ae-ac51-965dd17fe49c" providerId="ADAL" clId="{E6E1E5F7-C559-456C-B6CE-AFA82007674C}" dt="2026-06-25T14:53:25.010" v="2465" actId="931"/>
        <pc:sldMkLst>
          <pc:docMk/>
          <pc:sldMk cId="0" sldId="264"/>
        </pc:sldMkLst>
        <pc:spChg chg="add mod">
          <ac:chgData name="KOUAKOU Davies" userId="c08c6ba1-a1ea-46ae-ac51-965dd17fe49c" providerId="ADAL" clId="{E6E1E5F7-C559-456C-B6CE-AFA82007674C}" dt="2026-06-25T14:49:18.999" v="2464" actId="20577"/>
          <ac:spMkLst>
            <pc:docMk/>
            <pc:sldMk cId="0" sldId="264"/>
            <ac:spMk id="2" creationId="{21D1D825-EC9D-A131-3CFD-10173EE900F8}"/>
          </ac:spMkLst>
        </pc:spChg>
        <pc:spChg chg="add mod">
          <ac:chgData name="KOUAKOU Davies" userId="c08c6ba1-a1ea-46ae-ac51-965dd17fe49c" providerId="ADAL" clId="{E6E1E5F7-C559-456C-B6CE-AFA82007674C}" dt="2026-06-25T14:29:17.984" v="2360" actId="1076"/>
          <ac:spMkLst>
            <pc:docMk/>
            <pc:sldMk cId="0" sldId="264"/>
            <ac:spMk id="6" creationId="{096AE449-F9EB-1A43-9B47-AE4489018765}"/>
          </ac:spMkLst>
        </pc:spChg>
        <pc:spChg chg="mod">
          <ac:chgData name="KOUAKOU Davies" userId="c08c6ba1-a1ea-46ae-ac51-965dd17fe49c" providerId="ADAL" clId="{E6E1E5F7-C559-456C-B6CE-AFA82007674C}" dt="2026-06-25T14:24:34.272" v="2185" actId="20577"/>
          <ac:spMkLst>
            <pc:docMk/>
            <pc:sldMk cId="0" sldId="264"/>
            <ac:spMk id="133" creationId="{00000000-0000-0000-0000-000000000000}"/>
          </ac:spMkLst>
        </pc:spChg>
        <pc:spChg chg="mod">
          <ac:chgData name="KOUAKOU Davies" userId="c08c6ba1-a1ea-46ae-ac51-965dd17fe49c" providerId="ADAL" clId="{E6E1E5F7-C559-456C-B6CE-AFA82007674C}" dt="2026-06-25T14:34:40.989" v="2428" actId="27636"/>
          <ac:spMkLst>
            <pc:docMk/>
            <pc:sldMk cId="0" sldId="264"/>
            <ac:spMk id="134" creationId="{00000000-0000-0000-0000-000000000000}"/>
          </ac:spMkLst>
        </pc:spChg>
        <pc:picChg chg="add mod">
          <ac:chgData name="KOUAKOU Davies" userId="c08c6ba1-a1ea-46ae-ac51-965dd17fe49c" providerId="ADAL" clId="{E6E1E5F7-C559-456C-B6CE-AFA82007674C}" dt="2026-06-25T14:27:46.795" v="2289" actId="14100"/>
          <ac:picMkLst>
            <pc:docMk/>
            <pc:sldMk cId="0" sldId="264"/>
            <ac:picMk id="4" creationId="{30097BFE-3000-B7E9-E58E-3A455A25C992}"/>
          </ac:picMkLst>
        </pc:picChg>
        <pc:picChg chg="add mod">
          <ac:chgData name="KOUAKOU Davies" userId="c08c6ba1-a1ea-46ae-ac51-965dd17fe49c" providerId="ADAL" clId="{E6E1E5F7-C559-456C-B6CE-AFA82007674C}" dt="2026-06-25T14:29:26.189" v="2364" actId="1076"/>
          <ac:picMkLst>
            <pc:docMk/>
            <pc:sldMk cId="0" sldId="264"/>
            <ac:picMk id="8" creationId="{FE9DCF55-924A-889D-4AA5-1F7B43508BF7}"/>
          </ac:picMkLst>
        </pc:picChg>
        <pc:picChg chg="add mod">
          <ac:chgData name="KOUAKOU Davies" userId="c08c6ba1-a1ea-46ae-ac51-965dd17fe49c" providerId="ADAL" clId="{E6E1E5F7-C559-456C-B6CE-AFA82007674C}" dt="2026-06-25T14:53:25.010" v="2465" actId="931"/>
          <ac:picMkLst>
            <pc:docMk/>
            <pc:sldMk cId="0" sldId="264"/>
            <ac:picMk id="10" creationId="{5F33577A-D1F5-AD7C-A53C-2981EC3870A7}"/>
          </ac:picMkLst>
        </pc:picChg>
      </pc:sldChg>
      <pc:sldChg chg="addSp delSp modSp add mod">
        <pc:chgData name="KOUAKOU Davies" userId="c08c6ba1-a1ea-46ae-ac51-965dd17fe49c" providerId="ADAL" clId="{E6E1E5F7-C559-456C-B6CE-AFA82007674C}" dt="2026-06-26T07:36:38.488" v="2480" actId="1076"/>
        <pc:sldMkLst>
          <pc:docMk/>
          <pc:sldMk cId="1930797872" sldId="265"/>
        </pc:sldMkLst>
        <pc:spChg chg="add mod">
          <ac:chgData name="KOUAKOU Davies" userId="c08c6ba1-a1ea-46ae-ac51-965dd17fe49c" providerId="ADAL" clId="{E6E1E5F7-C559-456C-B6CE-AFA82007674C}" dt="2026-06-24T15:07:57.144" v="1266" actId="1076"/>
          <ac:spMkLst>
            <pc:docMk/>
            <pc:sldMk cId="1930797872" sldId="265"/>
            <ac:spMk id="6" creationId="{520629B7-EC1B-432E-1297-D3EF0526D894}"/>
          </ac:spMkLst>
        </pc:spChg>
        <pc:spChg chg="mod">
          <ac:chgData name="KOUAKOU Davies" userId="c08c6ba1-a1ea-46ae-ac51-965dd17fe49c" providerId="ADAL" clId="{E6E1E5F7-C559-456C-B6CE-AFA82007674C}" dt="2026-06-23T18:16:06.172" v="349" actId="20577"/>
          <ac:spMkLst>
            <pc:docMk/>
            <pc:sldMk cId="1930797872" sldId="265"/>
            <ac:spMk id="98" creationId="{1AB9ADB6-27CD-642E-4902-307155F66ACE}"/>
          </ac:spMkLst>
        </pc:spChg>
        <pc:spChg chg="mod">
          <ac:chgData name="KOUAKOU Davies" userId="c08c6ba1-a1ea-46ae-ac51-965dd17fe49c" providerId="ADAL" clId="{E6E1E5F7-C559-456C-B6CE-AFA82007674C}" dt="2026-06-24T15:07:51.885" v="1264" actId="1076"/>
          <ac:spMkLst>
            <pc:docMk/>
            <pc:sldMk cId="1930797872" sldId="265"/>
            <ac:spMk id="99" creationId="{4BD1A311-8EF3-E8C1-3A3C-CA09570EB6C3}"/>
          </ac:spMkLst>
        </pc:spChg>
        <pc:picChg chg="add mod">
          <ac:chgData name="KOUAKOU Davies" userId="c08c6ba1-a1ea-46ae-ac51-965dd17fe49c" providerId="ADAL" clId="{E6E1E5F7-C559-456C-B6CE-AFA82007674C}" dt="2026-06-26T07:36:38.488" v="2480" actId="1076"/>
          <ac:picMkLst>
            <pc:docMk/>
            <pc:sldMk cId="1930797872" sldId="265"/>
            <ac:picMk id="5" creationId="{F748449D-F50E-2896-CA5E-6C93D5878E17}"/>
          </ac:picMkLst>
        </pc:picChg>
        <pc:picChg chg="add mod">
          <ac:chgData name="KOUAKOU Davies" userId="c08c6ba1-a1ea-46ae-ac51-965dd17fe49c" providerId="ADAL" clId="{E6E1E5F7-C559-456C-B6CE-AFA82007674C}" dt="2026-06-24T15:07:48.794" v="1263" actId="1076"/>
          <ac:picMkLst>
            <pc:docMk/>
            <pc:sldMk cId="1930797872" sldId="265"/>
            <ac:picMk id="10" creationId="{E90884E7-85D1-68E0-E30D-D34B1C9A7D6D}"/>
          </ac:picMkLst>
        </pc:picChg>
      </pc:sldChg>
      <pc:sldChg chg="addSp delSp modSp add mod">
        <pc:chgData name="KOUAKOU Davies" userId="c08c6ba1-a1ea-46ae-ac51-965dd17fe49c" providerId="ADAL" clId="{E6E1E5F7-C559-456C-B6CE-AFA82007674C}" dt="2026-06-26T10:39:20.654" v="2598"/>
        <pc:sldMkLst>
          <pc:docMk/>
          <pc:sldMk cId="1861084197" sldId="268"/>
        </pc:sldMkLst>
        <pc:spChg chg="add mod">
          <ac:chgData name="KOUAKOU Davies" userId="c08c6ba1-a1ea-46ae-ac51-965dd17fe49c" providerId="ADAL" clId="{E6E1E5F7-C559-456C-B6CE-AFA82007674C}" dt="2026-06-24T14:57:24.379" v="1237" actId="1076"/>
          <ac:spMkLst>
            <pc:docMk/>
            <pc:sldMk cId="1861084197" sldId="268"/>
            <ac:spMk id="3" creationId="{CB609155-C6E2-2780-35F0-8AF1587586FF}"/>
          </ac:spMkLst>
        </pc:spChg>
        <pc:spChg chg="add mod">
          <ac:chgData name="KOUAKOU Davies" userId="c08c6ba1-a1ea-46ae-ac51-965dd17fe49c" providerId="ADAL" clId="{E6E1E5F7-C559-456C-B6CE-AFA82007674C}" dt="2026-06-24T14:57:22.385" v="1236" actId="1076"/>
          <ac:spMkLst>
            <pc:docMk/>
            <pc:sldMk cId="1861084197" sldId="268"/>
            <ac:spMk id="5" creationId="{7837D72A-012E-F3A6-F305-85D78EA07C24}"/>
          </ac:spMkLst>
        </pc:spChg>
        <pc:spChg chg="add mod">
          <ac:chgData name="KOUAKOU Davies" userId="c08c6ba1-a1ea-46ae-ac51-965dd17fe49c" providerId="ADAL" clId="{E6E1E5F7-C559-456C-B6CE-AFA82007674C}" dt="2026-06-24T14:15:27.794" v="1088" actId="27636"/>
          <ac:spMkLst>
            <pc:docMk/>
            <pc:sldMk cId="1861084197" sldId="268"/>
            <ac:spMk id="11" creationId="{80A5B557-B904-5263-61F5-82339E7520AC}"/>
          </ac:spMkLst>
        </pc:spChg>
        <pc:spChg chg="add mod">
          <ac:chgData name="KOUAKOU Davies" userId="c08c6ba1-a1ea-46ae-ac51-965dd17fe49c" providerId="ADAL" clId="{E6E1E5F7-C559-456C-B6CE-AFA82007674C}" dt="2026-06-24T14:15:18.293" v="1083" actId="27636"/>
          <ac:spMkLst>
            <pc:docMk/>
            <pc:sldMk cId="1861084197" sldId="268"/>
            <ac:spMk id="13" creationId="{FA66E7D1-E675-D6CB-BC70-25C60AD5ECE6}"/>
          </ac:spMkLst>
        </pc:spChg>
        <pc:spChg chg="mod">
          <ac:chgData name="KOUAKOU Davies" userId="c08c6ba1-a1ea-46ae-ac51-965dd17fe49c" providerId="ADAL" clId="{E6E1E5F7-C559-456C-B6CE-AFA82007674C}" dt="2026-06-24T14:07:04.516" v="966" actId="20577"/>
          <ac:spMkLst>
            <pc:docMk/>
            <pc:sldMk cId="1861084197" sldId="268"/>
            <ac:spMk id="110" creationId="{B248A6A1-22FB-BDFC-CFAE-2E9B3D892167}"/>
          </ac:spMkLst>
        </pc:spChg>
        <pc:spChg chg="mod">
          <ac:chgData name="KOUAKOU Davies" userId="c08c6ba1-a1ea-46ae-ac51-965dd17fe49c" providerId="ADAL" clId="{E6E1E5F7-C559-456C-B6CE-AFA82007674C}" dt="2026-06-24T14:17:24.097" v="1154" actId="120"/>
          <ac:spMkLst>
            <pc:docMk/>
            <pc:sldMk cId="1861084197" sldId="268"/>
            <ac:spMk id="111" creationId="{1A329B80-57C2-F186-892D-AF30387AD733}"/>
          </ac:spMkLst>
        </pc:spChg>
        <pc:graphicFrameChg chg="mod modGraphic">
          <ac:chgData name="KOUAKOU Davies" userId="c08c6ba1-a1ea-46ae-ac51-965dd17fe49c" providerId="ADAL" clId="{E6E1E5F7-C559-456C-B6CE-AFA82007674C}" dt="2026-06-24T14:57:13.873" v="1232" actId="14734"/>
          <ac:graphicFrameMkLst>
            <pc:docMk/>
            <pc:sldMk cId="1861084197" sldId="268"/>
            <ac:graphicFrameMk id="2" creationId="{F288AC03-A424-4200-6A93-D5B7F6A93DAB}"/>
          </ac:graphicFrameMkLst>
        </pc:graphicFrameChg>
        <pc:picChg chg="add mod">
          <ac:chgData name="KOUAKOU Davies" userId="c08c6ba1-a1ea-46ae-ac51-965dd17fe49c" providerId="ADAL" clId="{E6E1E5F7-C559-456C-B6CE-AFA82007674C}" dt="2026-06-26T10:39:20.654" v="2598"/>
          <ac:picMkLst>
            <pc:docMk/>
            <pc:sldMk cId="1861084197" sldId="268"/>
            <ac:picMk id="6" creationId="{2142F5C2-5E51-CC23-88AC-D97D5EE3FEF9}"/>
          </ac:picMkLst>
        </pc:picChg>
        <pc:picChg chg="add mod">
          <ac:chgData name="KOUAKOU Davies" userId="c08c6ba1-a1ea-46ae-ac51-965dd17fe49c" providerId="ADAL" clId="{E6E1E5F7-C559-456C-B6CE-AFA82007674C}" dt="2026-06-24T15:05:43.329" v="1248" actId="931"/>
          <ac:picMkLst>
            <pc:docMk/>
            <pc:sldMk cId="1861084197" sldId="268"/>
            <ac:picMk id="19" creationId="{0799F0F9-100E-E7A7-C41D-FC5E1C1793F3}"/>
          </ac:picMkLst>
        </pc:picChg>
      </pc:sldChg>
      <pc:sldChg chg="addSp delSp modSp add mod">
        <pc:chgData name="KOUAKOU Davies" userId="c08c6ba1-a1ea-46ae-ac51-965dd17fe49c" providerId="ADAL" clId="{E6E1E5F7-C559-456C-B6CE-AFA82007674C}" dt="2026-06-27T15:37:08.299" v="2700" actId="931"/>
        <pc:sldMkLst>
          <pc:docMk/>
          <pc:sldMk cId="1654732205" sldId="269"/>
        </pc:sldMkLst>
        <pc:spChg chg="del mod">
          <ac:chgData name="KOUAKOU Davies" userId="c08c6ba1-a1ea-46ae-ac51-965dd17fe49c" providerId="ADAL" clId="{E6E1E5F7-C559-456C-B6CE-AFA82007674C}" dt="2026-06-27T13:08:45.485" v="2611" actId="478"/>
          <ac:spMkLst>
            <pc:docMk/>
            <pc:sldMk cId="1654732205" sldId="269"/>
            <ac:spMk id="2" creationId="{A6AC743B-DAE4-C745-C3D6-FB0C2F628D8D}"/>
          </ac:spMkLst>
        </pc:spChg>
        <pc:spChg chg="del mod">
          <ac:chgData name="KOUAKOU Davies" userId="c08c6ba1-a1ea-46ae-ac51-965dd17fe49c" providerId="ADAL" clId="{E6E1E5F7-C559-456C-B6CE-AFA82007674C}" dt="2026-06-27T13:08:51.205" v="2614" actId="478"/>
          <ac:spMkLst>
            <pc:docMk/>
            <pc:sldMk cId="1654732205" sldId="269"/>
            <ac:spMk id="6" creationId="{2F6C0E7A-A2DE-DB03-789C-CE3D6476626B}"/>
          </ac:spMkLst>
        </pc:spChg>
        <pc:spChg chg="add del mod">
          <ac:chgData name="KOUAKOU Davies" userId="c08c6ba1-a1ea-46ae-ac51-965dd17fe49c" providerId="ADAL" clId="{E6E1E5F7-C559-456C-B6CE-AFA82007674C}" dt="2026-06-27T13:13:27.852" v="2697" actId="478"/>
          <ac:spMkLst>
            <pc:docMk/>
            <pc:sldMk cId="1654732205" sldId="269"/>
            <ac:spMk id="7" creationId="{63B25F35-C974-AD01-1918-FF46C0BC04E8}"/>
          </ac:spMkLst>
        </pc:spChg>
        <pc:spChg chg="add del mod">
          <ac:chgData name="KOUAKOU Davies" userId="c08c6ba1-a1ea-46ae-ac51-965dd17fe49c" providerId="ADAL" clId="{E6E1E5F7-C559-456C-B6CE-AFA82007674C}" dt="2026-06-27T13:09:07.189" v="2618" actId="478"/>
          <ac:spMkLst>
            <pc:docMk/>
            <pc:sldMk cId="1654732205" sldId="269"/>
            <ac:spMk id="11" creationId="{5849AEA9-9DC4-4156-2C4F-3022535B7F98}"/>
          </ac:spMkLst>
        </pc:spChg>
        <pc:spChg chg="add mod">
          <ac:chgData name="KOUAKOU Davies" userId="c08c6ba1-a1ea-46ae-ac51-965dd17fe49c" providerId="ADAL" clId="{E6E1E5F7-C559-456C-B6CE-AFA82007674C}" dt="2026-06-27T13:13:34.479" v="2699" actId="1076"/>
          <ac:spMkLst>
            <pc:docMk/>
            <pc:sldMk cId="1654732205" sldId="269"/>
            <ac:spMk id="12" creationId="{D1D18074-CD5E-D1D1-6FA7-9840F290D6EE}"/>
          </ac:spMkLst>
        </pc:spChg>
        <pc:spChg chg="mod">
          <ac:chgData name="KOUAKOU Davies" userId="c08c6ba1-a1ea-46ae-ac51-965dd17fe49c" providerId="ADAL" clId="{E6E1E5F7-C559-456C-B6CE-AFA82007674C}" dt="2026-06-27T13:13:24.671" v="2696"/>
          <ac:spMkLst>
            <pc:docMk/>
            <pc:sldMk cId="1654732205" sldId="269"/>
            <ac:spMk id="133" creationId="{C9E4BF1F-4DF3-E19B-796F-4C5981C5C891}"/>
          </ac:spMkLst>
        </pc:spChg>
        <pc:spChg chg="del mod">
          <ac:chgData name="KOUAKOU Davies" userId="c08c6ba1-a1ea-46ae-ac51-965dd17fe49c" providerId="ADAL" clId="{E6E1E5F7-C559-456C-B6CE-AFA82007674C}" dt="2026-06-27T13:09:01.491" v="2617" actId="478"/>
          <ac:spMkLst>
            <pc:docMk/>
            <pc:sldMk cId="1654732205" sldId="269"/>
            <ac:spMk id="134" creationId="{A0A024D0-1944-AA62-7A98-E09A9377E868}"/>
          </ac:spMkLst>
        </pc:spChg>
        <pc:graphicFrameChg chg="add mod modGraphic">
          <ac:chgData name="KOUAKOU Davies" userId="c08c6ba1-a1ea-46ae-ac51-965dd17fe49c" providerId="ADAL" clId="{E6E1E5F7-C559-456C-B6CE-AFA82007674C}" dt="2026-06-27T13:13:31.327" v="2698" actId="1076"/>
          <ac:graphicFrameMkLst>
            <pc:docMk/>
            <pc:sldMk cId="1654732205" sldId="269"/>
            <ac:graphicFrameMk id="3" creationId="{2CCD18DC-5C57-08C4-AC3C-EDAEE21BD36E}"/>
          </ac:graphicFrameMkLst>
        </pc:graphicFrameChg>
        <pc:picChg chg="del">
          <ac:chgData name="KOUAKOU Davies" userId="c08c6ba1-a1ea-46ae-ac51-965dd17fe49c" providerId="ADAL" clId="{E6E1E5F7-C559-456C-B6CE-AFA82007674C}" dt="2026-06-27T13:08:58.593" v="2615" actId="478"/>
          <ac:picMkLst>
            <pc:docMk/>
            <pc:sldMk cId="1654732205" sldId="269"/>
            <ac:picMk id="4" creationId="{7A434835-75B5-F92A-7ED4-90E4D5F6980E}"/>
          </ac:picMkLst>
        </pc:picChg>
        <pc:picChg chg="del">
          <ac:chgData name="KOUAKOU Davies" userId="c08c6ba1-a1ea-46ae-ac51-965dd17fe49c" providerId="ADAL" clId="{E6E1E5F7-C559-456C-B6CE-AFA82007674C}" dt="2026-06-27T13:08:48.240" v="2612" actId="478"/>
          <ac:picMkLst>
            <pc:docMk/>
            <pc:sldMk cId="1654732205" sldId="269"/>
            <ac:picMk id="8" creationId="{D1CC6EC3-BCC0-5AEB-34E2-89C908644708}"/>
          </ac:picMkLst>
        </pc:picChg>
        <pc:picChg chg="del">
          <ac:chgData name="KOUAKOU Davies" userId="c08c6ba1-a1ea-46ae-ac51-965dd17fe49c" providerId="ADAL" clId="{E6E1E5F7-C559-456C-B6CE-AFA82007674C}" dt="2026-06-27T13:06:28.883" v="2600" actId="478"/>
          <ac:picMkLst>
            <pc:docMk/>
            <pc:sldMk cId="1654732205" sldId="269"/>
            <ac:picMk id="10" creationId="{EF73AED0-23A8-F6F0-5D81-B3004E831156}"/>
          </ac:picMkLst>
        </pc:picChg>
        <pc:picChg chg="add mod">
          <ac:chgData name="KOUAKOU Davies" userId="c08c6ba1-a1ea-46ae-ac51-965dd17fe49c" providerId="ADAL" clId="{E6E1E5F7-C559-456C-B6CE-AFA82007674C}" dt="2026-06-27T15:37:08.299" v="2700" actId="931"/>
          <ac:picMkLst>
            <pc:docMk/>
            <pc:sldMk cId="1654732205" sldId="269"/>
            <ac:picMk id="14" creationId="{43E15593-AD50-6E5B-FE35-57D28110F486}"/>
          </ac:picMkLst>
        </pc:picChg>
      </pc:sldChg>
      <pc:sldMasterChg chg="modSldLayout">
        <pc:chgData name="KOUAKOU Davies" userId="c08c6ba1-a1ea-46ae-ac51-965dd17fe49c" providerId="ADAL" clId="{E6E1E5F7-C559-456C-B6CE-AFA82007674C}" dt="2026-06-24T15:13:01.178" v="1317" actId="478"/>
        <pc:sldMasterMkLst>
          <pc:docMk/>
          <pc:sldMasterMk cId="0" sldId="2147483659"/>
        </pc:sldMasterMkLst>
        <pc:sldLayoutChg chg="delSp mod">
          <pc:chgData name="KOUAKOU Davies" userId="c08c6ba1-a1ea-46ae-ac51-965dd17fe49c" providerId="ADAL" clId="{E6E1E5F7-C559-456C-B6CE-AFA82007674C}" dt="2026-06-24T15:13:01.178" v="1317" actId="478"/>
          <pc:sldLayoutMkLst>
            <pc:docMk/>
            <pc:sldMasterMk cId="0" sldId="2147483659"/>
            <pc:sldLayoutMk cId="0" sldId="2147483648"/>
          </pc:sldLayoutMkLst>
        </pc:sldLayoutChg>
        <pc:sldLayoutChg chg="delSp mod">
          <pc:chgData name="KOUAKOU Davies" userId="c08c6ba1-a1ea-46ae-ac51-965dd17fe49c" providerId="ADAL" clId="{E6E1E5F7-C559-456C-B6CE-AFA82007674C}" dt="2026-06-24T15:05:25.020" v="1247" actId="478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4BE92E6-9D47-018A-17ED-8EDBC114D9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361757-5E9A-BF70-6ED3-F5E7732489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978E8-2F5B-4246-97AC-7409355500AE}" type="datetimeFigureOut">
              <a:rPr lang="fr-FR" smtClean="0"/>
              <a:t>27/06/2026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D4DE4E-8B85-41B3-2F55-00C43BB50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6A6CEA-46E3-669C-3258-2DDDE08B47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0D4FC-12F5-4DF5-B7FA-F7B404CFC8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864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c227a4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c227a4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BB884FA-9239-32D8-E30A-9F28D4BF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6251e9b62_0_26:notes">
            <a:extLst>
              <a:ext uri="{FF2B5EF4-FFF2-40B4-BE49-F238E27FC236}">
                <a16:creationId xmlns:a16="http://schemas.microsoft.com/office/drawing/2014/main" id="{F085F919-5B64-0257-3DA5-13A80DE97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6251e9b62_0_26:notes">
            <a:extLst>
              <a:ext uri="{FF2B5EF4-FFF2-40B4-BE49-F238E27FC236}">
                <a16:creationId xmlns:a16="http://schemas.microsoft.com/office/drawing/2014/main" id="{6A301546-7588-0AC7-1250-F51EEB81D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8238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94DCDA6-E837-B62A-BD71-445A68C7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251e9b62_0_38:notes">
            <a:extLst>
              <a:ext uri="{FF2B5EF4-FFF2-40B4-BE49-F238E27FC236}">
                <a16:creationId xmlns:a16="http://schemas.microsoft.com/office/drawing/2014/main" id="{CC3A819B-DFD3-A14D-A203-96E7C44EE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251e9b62_0_38:notes">
            <a:extLst>
              <a:ext uri="{FF2B5EF4-FFF2-40B4-BE49-F238E27FC236}">
                <a16:creationId xmlns:a16="http://schemas.microsoft.com/office/drawing/2014/main" id="{2F9E2F73-4A94-B208-4EB1-39856F84E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9465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c227a4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c227a4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c227a4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6c227a4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3AD938D-3489-C32E-6B84-16A75DC9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6c227a4fd_0_24:notes">
            <a:extLst>
              <a:ext uri="{FF2B5EF4-FFF2-40B4-BE49-F238E27FC236}">
                <a16:creationId xmlns:a16="http://schemas.microsoft.com/office/drawing/2014/main" id="{BF4B00A7-4D96-48B5-9C60-B17C0E375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6c227a4fd_0_24:notes">
            <a:extLst>
              <a:ext uri="{FF2B5EF4-FFF2-40B4-BE49-F238E27FC236}">
                <a16:creationId xmlns:a16="http://schemas.microsoft.com/office/drawing/2014/main" id="{E236DC30-D5F6-4A08-9F0B-12BEBC2D4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10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colab.research.google.com/drive/1MrKLu0OiFQZjSC1JdccY55LudV00s1kb?usp=drive_lin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hyperlink" Target="https://github.com/Sadiestar/analyse-immobilier-python/tree/main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7ED96E8-5061-ED2E-14C6-6C88744FC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pic>
        <p:nvPicPr>
          <p:cNvPr id="9" name="Image 8">
            <a:hlinkClick r:id="rId4"/>
            <a:extLst>
              <a:ext uri="{FF2B5EF4-FFF2-40B4-BE49-F238E27FC236}">
                <a16:creationId xmlns:a16="http://schemas.microsoft.com/office/drawing/2014/main" id="{A9C79940-D5B5-0D57-61B3-809EA441E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394" y="3990109"/>
            <a:ext cx="2219448" cy="105304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16FEFCD-B512-777F-7831-EE5B9189C826}"/>
              </a:ext>
            </a:extLst>
          </p:cNvPr>
          <p:cNvSpPr txBox="1"/>
          <p:nvPr/>
        </p:nvSpPr>
        <p:spPr>
          <a:xfrm>
            <a:off x="232952" y="4316578"/>
            <a:ext cx="1953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Montserrat" panose="00000500000000000000" pitchFamily="2" charset="0"/>
              </a:rPr>
              <a:t>Davies Kouakou</a:t>
            </a:r>
          </a:p>
          <a:p>
            <a:r>
              <a:rPr lang="fr-FR" sz="1000" b="1" dirty="0">
                <a:latin typeface="Montserrat" panose="00000500000000000000" pitchFamily="2" charset="0"/>
              </a:rPr>
              <a:t>02/07/22026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Les Plus Beaux Logis de Paris</a:t>
            </a:r>
            <a:endParaRPr dirty="0"/>
          </a:p>
          <a:p>
            <a:pPr lvl="0"/>
            <a:r>
              <a:rPr lang="fr" dirty="0"/>
              <a:t>Partie 1 : M</a:t>
            </a:r>
            <a:r>
              <a:rPr lang="fr-FR" dirty="0" err="1"/>
              <a:t>odèle</a:t>
            </a:r>
            <a:r>
              <a:rPr lang="fr-FR" dirty="0"/>
              <a:t> prédictif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200"/>
              </a:spcAft>
            </a:pPr>
            <a:r>
              <a:rPr lang="fr-FR" sz="2000" dirty="0"/>
              <a:t>Évolution du marché immobilier parisien </a:t>
            </a:r>
            <a:r>
              <a:rPr lang="fr-FR" sz="1600" dirty="0"/>
              <a:t>(2017-2021)</a:t>
            </a:r>
            <a:endParaRPr lang="fr-FR" sz="1600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676079" y="1590907"/>
            <a:ext cx="3532739" cy="2408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1"/>
            <a:r>
              <a:rPr lang="fr-FR" dirty="0"/>
              <a:t>Plus de </a:t>
            </a:r>
            <a:r>
              <a:rPr lang="fr-FR" b="1" dirty="0"/>
              <a:t>26 000 transactions</a:t>
            </a:r>
            <a:r>
              <a:rPr lang="fr-FR" dirty="0"/>
              <a:t> analysées entre 2017 et 2021. 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 </a:t>
            </a:r>
            <a:r>
              <a:rPr lang="fr-FR" b="1" dirty="0"/>
              <a:t>prix moyen au m² augmente régulièrement</a:t>
            </a:r>
            <a:r>
              <a:rPr lang="fr-FR" dirty="0"/>
              <a:t> sur l'ensemble de la période. 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La hausse est particulièrement marquée entre </a:t>
            </a:r>
            <a:r>
              <a:rPr lang="fr-FR" b="1" dirty="0"/>
              <a:t>2017 et 2019</a:t>
            </a:r>
            <a:r>
              <a:rPr lang="fr-FR" dirty="0"/>
              <a:t>. 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La légère baisse observée en 2021 (sans doute lié au contexte sanitaire) ne remet pas en cause la tendance haussière du marché sur l'ensemble de la période</a:t>
            </a:r>
          </a:p>
          <a:p>
            <a:pPr marL="0" lvl="0" indent="0">
              <a:spcAft>
                <a:spcPts val="1200"/>
              </a:spcAft>
              <a:buNone/>
            </a:pP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99;p15">
            <a:extLst>
              <a:ext uri="{FF2B5EF4-FFF2-40B4-BE49-F238E27FC236}">
                <a16:creationId xmlns:a16="http://schemas.microsoft.com/office/drawing/2014/main" id="{3BC19CD5-4057-A178-E4B6-E07E7C0E9187}"/>
              </a:ext>
            </a:extLst>
          </p:cNvPr>
          <p:cNvSpPr txBox="1">
            <a:spLocks/>
          </p:cNvSpPr>
          <p:nvPr/>
        </p:nvSpPr>
        <p:spPr>
          <a:xfrm>
            <a:off x="823333" y="3884449"/>
            <a:ext cx="7705491" cy="5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dirty="0"/>
              <a:t>Le marché immobilier parisien affiche une forte dynamique de valorisation sur la période étudiée.</a:t>
            </a:r>
          </a:p>
          <a:p>
            <a:pPr marL="0" indent="0">
              <a:spcAft>
                <a:spcPts val="1200"/>
              </a:spcAft>
              <a:buFont typeface="Lato"/>
              <a:buNone/>
            </a:pPr>
            <a:endParaRPr lang="fr-FR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CEDF58-5B19-CF30-369B-92FC97CE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29" y="1590907"/>
            <a:ext cx="3716186" cy="229354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3ABF49-39DC-6686-B315-0CD1E0D00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7" y="0"/>
            <a:ext cx="771525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4DD6A97-3243-477E-1321-75FBA19C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1AB9ADB6-27CD-642E-4902-307155F66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" lvl="0">
              <a:buSzPts val="2940"/>
            </a:pPr>
            <a:r>
              <a:rPr lang="fr-FR" sz="2000" dirty="0"/>
              <a:t>L'impact de la localisation et de la nature des biens</a:t>
            </a:r>
            <a:endParaRPr sz="2000" dirty="0"/>
          </a:p>
        </p:txBody>
      </p:sp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4BD1A311-8EF3-E8C1-3A3C-CA09570EB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22956" y="1517579"/>
            <a:ext cx="3731942" cy="2565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fr-FR" b="1" dirty="0"/>
              <a:t>La localisation reste déterminante</a:t>
            </a:r>
          </a:p>
          <a:p>
            <a:pPr lvl="1"/>
            <a:r>
              <a:rPr lang="fr-FR" dirty="0"/>
              <a:t>Les arrondissements centraux (1er, 6e, 7e, 8e) présentent les prix les plus élevés. </a:t>
            </a:r>
          </a:p>
          <a:p>
            <a:pPr lvl="1"/>
            <a:r>
              <a:rPr lang="fr-FR" dirty="0"/>
              <a:t>Les arrondissements périphériques affichent des prix plus accessibles. </a:t>
            </a:r>
          </a:p>
          <a:p>
            <a:pPr lvl="1"/>
            <a:r>
              <a:rPr lang="fr-FR" dirty="0"/>
              <a:t>Les écarts de prix entre arrondissements restent très importants. </a:t>
            </a:r>
          </a:p>
          <a:p>
            <a:pPr marL="615950" lvl="1" indent="0">
              <a:buNone/>
            </a:pPr>
            <a:endParaRPr lang="fr-FR" dirty="0"/>
          </a:p>
          <a:p>
            <a:r>
              <a:rPr lang="fr-FR" b="1" dirty="0"/>
              <a:t>Analyse des caractéristiques des biens</a:t>
            </a:r>
          </a:p>
          <a:p>
            <a:pPr lvl="1"/>
            <a:r>
              <a:rPr lang="fr-FR" dirty="0"/>
              <a:t>La surface réelle est fortement corrélée à la valeur foncière. </a:t>
            </a:r>
          </a:p>
          <a:p>
            <a:pPr lvl="1"/>
            <a:r>
              <a:rPr lang="fr-FR" dirty="0"/>
              <a:t>Le type de bien (appartement ou local commercial) influence également le prix au m². </a:t>
            </a:r>
          </a:p>
        </p:txBody>
      </p:sp>
      <p:sp>
        <p:nvSpPr>
          <p:cNvPr id="6" name="Google Shape;99;p15">
            <a:extLst>
              <a:ext uri="{FF2B5EF4-FFF2-40B4-BE49-F238E27FC236}">
                <a16:creationId xmlns:a16="http://schemas.microsoft.com/office/drawing/2014/main" id="{520629B7-EC1B-432E-1297-D3EF0526D894}"/>
              </a:ext>
            </a:extLst>
          </p:cNvPr>
          <p:cNvSpPr txBox="1">
            <a:spLocks/>
          </p:cNvSpPr>
          <p:nvPr/>
        </p:nvSpPr>
        <p:spPr>
          <a:xfrm>
            <a:off x="1362900" y="4083320"/>
            <a:ext cx="5832257" cy="5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just">
              <a:spcAft>
                <a:spcPts val="1200"/>
              </a:spcAft>
              <a:buNone/>
            </a:pPr>
            <a:r>
              <a:rPr lang="fr-FR" sz="1400" dirty="0"/>
              <a:t> </a:t>
            </a:r>
            <a:r>
              <a:rPr lang="fr-FR" sz="4800" dirty="0"/>
              <a:t>La localisation, le type et la surface des biens apparaissent comme les principaux déterminants de la valeur immobilière et serviront de base au modèle prédictif</a:t>
            </a:r>
            <a:endParaRPr lang="fr-FR" sz="4800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90884E7-85D1-68E0-E30D-D34B1C9A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525" y="1624572"/>
            <a:ext cx="2962504" cy="170052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748449D-F50E-2896-CA5E-6C93D5878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50" y="44720"/>
            <a:ext cx="7502237" cy="500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9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chemeClr val="dk1"/>
              </a:buClr>
              <a:buSzPct val="33333"/>
            </a:pPr>
            <a:r>
              <a:rPr lang="fr-FR" sz="2200" dirty="0"/>
              <a:t>Construction du modèle de prédiction</a:t>
            </a:r>
            <a:endParaRPr sz="2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4598022" y="1667466"/>
            <a:ext cx="2856386" cy="1898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fr-FR" b="1" dirty="0"/>
              <a:t>Méthodologie</a:t>
            </a:r>
          </a:p>
          <a:p>
            <a:pPr lvl="1"/>
            <a:r>
              <a:rPr lang="fr-FR" dirty="0"/>
              <a:t>Préparation des données </a:t>
            </a:r>
          </a:p>
          <a:p>
            <a:pPr lvl="1"/>
            <a:r>
              <a:rPr lang="fr-FR" dirty="0"/>
              <a:t>Encodage des variables catégorielles (</a:t>
            </a:r>
            <a:r>
              <a:rPr lang="fr-FR" dirty="0" err="1"/>
              <a:t>One-Hot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Régression linéaire </a:t>
            </a:r>
          </a:p>
          <a:p>
            <a:pPr lvl="1"/>
            <a:endParaRPr lang="fr-FR" dirty="0"/>
          </a:p>
          <a:p>
            <a:r>
              <a:rPr lang="fr-FR" dirty="0"/>
              <a:t>Séparation des données : </a:t>
            </a:r>
          </a:p>
          <a:p>
            <a:pPr lvl="1"/>
            <a:r>
              <a:rPr lang="fr-FR" dirty="0"/>
              <a:t>jeu d'entraînement </a:t>
            </a:r>
          </a:p>
          <a:p>
            <a:pPr lvl="1"/>
            <a:r>
              <a:rPr lang="fr-FR" dirty="0"/>
              <a:t>jeu de test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105;p16">
            <a:extLst>
              <a:ext uri="{FF2B5EF4-FFF2-40B4-BE49-F238E27FC236}">
                <a16:creationId xmlns:a16="http://schemas.microsoft.com/office/drawing/2014/main" id="{EE79E00E-CAA9-B60A-624D-7737C5E7AB2A}"/>
              </a:ext>
            </a:extLst>
          </p:cNvPr>
          <p:cNvSpPr txBox="1">
            <a:spLocks/>
          </p:cNvSpPr>
          <p:nvPr/>
        </p:nvSpPr>
        <p:spPr>
          <a:xfrm>
            <a:off x="1287780" y="1635672"/>
            <a:ext cx="3258200" cy="208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fr-FR" b="1" dirty="0"/>
              <a:t>Objectif métier :</a:t>
            </a:r>
          </a:p>
          <a:p>
            <a:pPr marL="146050" indent="0">
              <a:buNone/>
            </a:pPr>
            <a:r>
              <a:rPr lang="fr-FR" b="1" dirty="0"/>
              <a:t>« Estimer la valeur foncière d'un bien immobilier à partir de ses caractéristiques. »</a:t>
            </a:r>
          </a:p>
          <a:p>
            <a:pPr marL="146050" indent="0">
              <a:buNone/>
            </a:pPr>
            <a:endParaRPr lang="fr-FR" dirty="0"/>
          </a:p>
          <a:p>
            <a:r>
              <a:rPr lang="fr-FR" b="1" dirty="0"/>
              <a:t>Variables utilisées</a:t>
            </a:r>
          </a:p>
          <a:p>
            <a:pPr lvl="1"/>
            <a:r>
              <a:rPr lang="fr-FR" dirty="0"/>
              <a:t>Surface réelle </a:t>
            </a:r>
          </a:p>
          <a:p>
            <a:pPr lvl="1"/>
            <a:r>
              <a:rPr lang="fr-FR" dirty="0"/>
              <a:t>Arrondissement </a:t>
            </a:r>
          </a:p>
          <a:p>
            <a:pPr lvl="1"/>
            <a:r>
              <a:rPr lang="fr-FR" dirty="0"/>
              <a:t>Type de local </a:t>
            </a:r>
          </a:p>
          <a:p>
            <a:pPr lvl="1"/>
            <a:r>
              <a:rPr lang="fr-FR" dirty="0"/>
              <a:t>Date de transaction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fr-FR" dirty="0"/>
          </a:p>
        </p:txBody>
      </p:sp>
      <p:sp>
        <p:nvSpPr>
          <p:cNvPr id="4" name="Google Shape;105;p16">
            <a:extLst>
              <a:ext uri="{FF2B5EF4-FFF2-40B4-BE49-F238E27FC236}">
                <a16:creationId xmlns:a16="http://schemas.microsoft.com/office/drawing/2014/main" id="{7C564CBA-D4F6-8328-F17E-DB2820407FF4}"/>
              </a:ext>
            </a:extLst>
          </p:cNvPr>
          <p:cNvSpPr txBox="1">
            <a:spLocks/>
          </p:cNvSpPr>
          <p:nvPr/>
        </p:nvSpPr>
        <p:spPr>
          <a:xfrm>
            <a:off x="1219200" y="3724507"/>
            <a:ext cx="5920740" cy="66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b="1" dirty="0"/>
              <a:t>Le modèle apprend les relations entre les caractéristiques des biens et leur valeur de vente</a:t>
            </a:r>
            <a:r>
              <a:rPr lang="fr-FR" dirty="0"/>
              <a:t>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83669D-E0A7-BF98-68DD-30E35BAF3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36" y="0"/>
            <a:ext cx="7748414" cy="5165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fr-FR" sz="2200" dirty="0"/>
              <a:t>Qualité du modèle</a:t>
            </a:r>
            <a:endParaRPr sz="2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4415884" y="1476440"/>
            <a:ext cx="2252545" cy="25945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fr-FR" b="1" dirty="0"/>
              <a:t>Évaluation des performances : </a:t>
            </a:r>
            <a:r>
              <a:rPr lang="fr-FR" dirty="0"/>
              <a:t>Plus les points sont proches de la diagonale : </a:t>
            </a:r>
          </a:p>
          <a:p>
            <a:pPr lvl="1"/>
            <a:r>
              <a:rPr lang="fr-FR" dirty="0"/>
              <a:t>plus les prédictions sont précises. </a:t>
            </a:r>
          </a:p>
          <a:p>
            <a:pPr lvl="1"/>
            <a:r>
              <a:rPr lang="fr-FR" dirty="0"/>
              <a:t>Les écarts observés correspondent aux erreurs de prédiction. </a:t>
            </a:r>
          </a:p>
          <a:p>
            <a:r>
              <a:rPr lang="fr-FR" dirty="0"/>
              <a:t>L'algorithme fait une erreur moyenne inférieure à 10 %, ce qui rend les prédictions de la valeur foncières fiables.</a:t>
            </a:r>
          </a:p>
          <a:p>
            <a:r>
              <a:rPr lang="fr-FR" dirty="0"/>
              <a:t>Les résultats montrent que les variables retenues capturent l'essentiel des facteurs influençant la valeur foncière (par un excellent coefficient de détermination R² = 0,986)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D0795D2-453C-68D4-8EA5-B844BA491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24" y="1697663"/>
            <a:ext cx="3232641" cy="2283373"/>
          </a:xfrm>
          <a:prstGeom prst="rect">
            <a:avLst/>
          </a:prstGeom>
        </p:spPr>
      </p:pic>
      <p:sp>
        <p:nvSpPr>
          <p:cNvPr id="4" name="Google Shape;111;p17">
            <a:extLst>
              <a:ext uri="{FF2B5EF4-FFF2-40B4-BE49-F238E27FC236}">
                <a16:creationId xmlns:a16="http://schemas.microsoft.com/office/drawing/2014/main" id="{FFCBCD80-69C2-D03B-6881-CB0537602E2F}"/>
              </a:ext>
            </a:extLst>
          </p:cNvPr>
          <p:cNvSpPr txBox="1">
            <a:spLocks/>
          </p:cNvSpPr>
          <p:nvPr/>
        </p:nvSpPr>
        <p:spPr>
          <a:xfrm>
            <a:off x="1765610" y="4057570"/>
            <a:ext cx="5612779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dirty="0"/>
              <a:t>Le modèle reproduit correctement les tendances générales du marché immobilier.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17F06C-67F1-CA79-FD41-2D49C0EC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5128BA-C004-0883-B69A-BFA143D5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B248A6A1-22FB-BDFC-CFAE-2E9B3D8921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fr-FR" sz="2200" dirty="0">
                <a:latin typeface="Montserrat"/>
                <a:ea typeface="Montserrat"/>
                <a:cs typeface="Montserrat"/>
                <a:sym typeface="Montserrat"/>
              </a:rPr>
              <a:t>Valorisation du portefeuille d’actifs selon les prédictions</a:t>
            </a:r>
            <a:endParaRPr sz="2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1A329B80-57C2-F186-892D-AF30387AD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3150" y="1196897"/>
            <a:ext cx="7688701" cy="564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fr-FR" dirty="0"/>
              <a:t>Le portefeuille immobilier est valorisé à environ 169 M€ au 31 décembre 2022. Il est fortement porté par les actifs professionnels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288AC03-A424-4200-6A93-D5B7F6A9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11307"/>
              </p:ext>
            </p:extLst>
          </p:nvPr>
        </p:nvGraphicFramePr>
        <p:xfrm>
          <a:off x="1336964" y="2466109"/>
          <a:ext cx="6338453" cy="781846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3006174822"/>
                    </a:ext>
                  </a:extLst>
                </a:gridCol>
                <a:gridCol w="1309254">
                  <a:extLst>
                    <a:ext uri="{9D8B030D-6E8A-4147-A177-3AD203B41FA5}">
                      <a16:colId xmlns:a16="http://schemas.microsoft.com/office/drawing/2014/main" val="3776522154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66662278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70750440"/>
                    </a:ext>
                  </a:extLst>
                </a:gridCol>
                <a:gridCol w="1911926">
                  <a:extLst>
                    <a:ext uri="{9D8B030D-6E8A-4147-A177-3AD203B41FA5}">
                      <a16:colId xmlns:a16="http://schemas.microsoft.com/office/drawing/2014/main" val="1069991986"/>
                    </a:ext>
                  </a:extLst>
                </a:gridCol>
              </a:tblGrid>
              <a:tr h="3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Nombre de biens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Surface totale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Valorisation totale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Valorisation moyenne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33734"/>
                  </a:ext>
                </a:extLst>
              </a:tr>
              <a:tr h="19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Corporate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121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7 696 m²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97,97 M€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809 696 €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21906"/>
                  </a:ext>
                </a:extLst>
              </a:tr>
              <a:tr h="19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Particulier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6 286 m²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71,05 M€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/>
                        <a:t>461 386 €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16268"/>
                  </a:ext>
                </a:extLst>
              </a:tr>
            </a:tbl>
          </a:graphicData>
        </a:graphic>
      </p:graphicFrame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CB609155-C6E2-2780-35F0-8AF1587586FF}"/>
              </a:ext>
            </a:extLst>
          </p:cNvPr>
          <p:cNvSpPr txBox="1">
            <a:spLocks/>
          </p:cNvSpPr>
          <p:nvPr/>
        </p:nvSpPr>
        <p:spPr>
          <a:xfrm>
            <a:off x="1122218" y="3470979"/>
            <a:ext cx="2703323" cy="106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dirty="0"/>
              <a:t>Estimation statistique basée sur les variables de l’historique 2017 2021  :</a:t>
            </a:r>
          </a:p>
          <a:p>
            <a:pPr lvl="1"/>
            <a:r>
              <a:rPr lang="fr-FR" dirty="0"/>
              <a:t>la surface réelle </a:t>
            </a:r>
          </a:p>
          <a:p>
            <a:pPr lvl="1"/>
            <a:r>
              <a:rPr lang="fr-FR" dirty="0"/>
              <a:t>l'arrondissement </a:t>
            </a:r>
          </a:p>
          <a:p>
            <a:pPr lvl="1"/>
            <a:r>
              <a:rPr lang="fr-FR" dirty="0"/>
              <a:t>le type de bien </a:t>
            </a:r>
          </a:p>
          <a:p>
            <a:pPr lvl="1"/>
            <a:r>
              <a:rPr lang="fr-FR" dirty="0"/>
              <a:t>la date de transaction</a:t>
            </a:r>
          </a:p>
        </p:txBody>
      </p:sp>
      <p:sp>
        <p:nvSpPr>
          <p:cNvPr id="5" name="Google Shape;111;p17">
            <a:extLst>
              <a:ext uri="{FF2B5EF4-FFF2-40B4-BE49-F238E27FC236}">
                <a16:creationId xmlns:a16="http://schemas.microsoft.com/office/drawing/2014/main" id="{7837D72A-012E-F3A6-F305-85D78EA07C24}"/>
              </a:ext>
            </a:extLst>
          </p:cNvPr>
          <p:cNvSpPr txBox="1">
            <a:spLocks/>
          </p:cNvSpPr>
          <p:nvPr/>
        </p:nvSpPr>
        <p:spPr>
          <a:xfrm>
            <a:off x="4031671" y="3438514"/>
            <a:ext cx="2992582" cy="112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dirty="0"/>
              <a:t>Le modèle ne prend pas en compte :</a:t>
            </a:r>
          </a:p>
          <a:p>
            <a:pPr lvl="1"/>
            <a:r>
              <a:rPr lang="fr-FR" dirty="0"/>
              <a:t>l'état du bien </a:t>
            </a:r>
          </a:p>
          <a:p>
            <a:pPr lvl="1"/>
            <a:r>
              <a:rPr lang="fr-FR" dirty="0"/>
              <a:t>l'étage / la présence d'un ascenseur </a:t>
            </a:r>
          </a:p>
          <a:p>
            <a:pPr lvl="1"/>
            <a:r>
              <a:rPr lang="fr-FR" dirty="0"/>
              <a:t>les travaux éventuels </a:t>
            </a:r>
          </a:p>
          <a:p>
            <a:pPr lvl="1"/>
            <a:r>
              <a:rPr lang="fr-FR" dirty="0"/>
              <a:t>La qualité de l'environnement immédiat </a:t>
            </a:r>
          </a:p>
          <a:p>
            <a:pPr lvl="1"/>
            <a:r>
              <a:rPr lang="fr-FR" dirty="0"/>
              <a:t>la vacance locative ou le potentiel commercial</a:t>
            </a:r>
          </a:p>
          <a:p>
            <a:pPr lvl="1"/>
            <a:endParaRPr lang="fr-FR" dirty="0"/>
          </a:p>
        </p:txBody>
      </p:sp>
      <p:sp>
        <p:nvSpPr>
          <p:cNvPr id="11" name="Google Shape;111;p17">
            <a:extLst>
              <a:ext uri="{FF2B5EF4-FFF2-40B4-BE49-F238E27FC236}">
                <a16:creationId xmlns:a16="http://schemas.microsoft.com/office/drawing/2014/main" id="{80A5B557-B904-5263-61F5-82339E7520AC}"/>
              </a:ext>
            </a:extLst>
          </p:cNvPr>
          <p:cNvSpPr txBox="1">
            <a:spLocks/>
          </p:cNvSpPr>
          <p:nvPr/>
        </p:nvSpPr>
        <p:spPr>
          <a:xfrm>
            <a:off x="483221" y="1642018"/>
            <a:ext cx="3084323" cy="78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b="1" dirty="0"/>
              <a:t>Segment </a:t>
            </a:r>
            <a:r>
              <a:rPr lang="fr-FR" b="1" dirty="0" err="1"/>
              <a:t>Corporate</a:t>
            </a:r>
            <a:endParaRPr lang="fr-FR" b="1" dirty="0"/>
          </a:p>
          <a:p>
            <a:pPr lvl="1"/>
            <a:r>
              <a:rPr lang="fr-FR" dirty="0"/>
              <a:t>Représente </a:t>
            </a:r>
            <a:r>
              <a:rPr lang="fr-FR" b="1" dirty="0"/>
              <a:t>44 % des biens</a:t>
            </a:r>
            <a:r>
              <a:rPr lang="fr-FR" dirty="0"/>
              <a:t> du portefeuille. </a:t>
            </a:r>
          </a:p>
          <a:p>
            <a:pPr lvl="1"/>
            <a:r>
              <a:rPr lang="fr-FR" dirty="0"/>
              <a:t>Concentre </a:t>
            </a:r>
            <a:r>
              <a:rPr lang="fr-FR" b="1" dirty="0"/>
              <a:t>58 % de la valorisation totale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Valeur moyenne par bien près de </a:t>
            </a:r>
            <a:r>
              <a:rPr lang="fr-FR" b="1" dirty="0"/>
              <a:t>1,8 fois supérieure</a:t>
            </a:r>
            <a:r>
              <a:rPr lang="fr-FR" dirty="0"/>
              <a:t> à celle du segment particulier.</a:t>
            </a:r>
          </a:p>
          <a:p>
            <a:pPr lvl="1"/>
            <a:endParaRPr lang="fr-FR" dirty="0"/>
          </a:p>
        </p:txBody>
      </p:sp>
      <p:sp>
        <p:nvSpPr>
          <p:cNvPr id="13" name="Google Shape;111;p17">
            <a:extLst>
              <a:ext uri="{FF2B5EF4-FFF2-40B4-BE49-F238E27FC236}">
                <a16:creationId xmlns:a16="http://schemas.microsoft.com/office/drawing/2014/main" id="{FA66E7D1-E675-D6CB-BC70-25C60AD5ECE6}"/>
              </a:ext>
            </a:extLst>
          </p:cNvPr>
          <p:cNvSpPr txBox="1">
            <a:spLocks/>
          </p:cNvSpPr>
          <p:nvPr/>
        </p:nvSpPr>
        <p:spPr>
          <a:xfrm>
            <a:off x="3939930" y="1638138"/>
            <a:ext cx="3084323" cy="78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fr-FR" b="1" dirty="0"/>
              <a:t>Segment Particulier</a:t>
            </a:r>
          </a:p>
          <a:p>
            <a:pPr lvl="1"/>
            <a:r>
              <a:rPr lang="fr-FR" dirty="0"/>
              <a:t>Représente </a:t>
            </a:r>
            <a:r>
              <a:rPr lang="fr-FR" b="1" dirty="0"/>
              <a:t>56 % des biens</a:t>
            </a:r>
            <a:r>
              <a:rPr lang="fr-FR" dirty="0"/>
              <a:t> du portefeuille. </a:t>
            </a:r>
          </a:p>
          <a:p>
            <a:pPr lvl="1"/>
            <a:r>
              <a:rPr lang="fr-FR" dirty="0"/>
              <a:t>Concentre </a:t>
            </a:r>
            <a:r>
              <a:rPr lang="fr-FR" b="1" dirty="0"/>
              <a:t>42 % de la valorisation totale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Valorisation plus dispersée mais portefeuille plus important en nombre de biens.</a:t>
            </a:r>
          </a:p>
          <a:p>
            <a:pPr lvl="1"/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799F0F9-100E-E7A7-C41D-FC5E1C179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pic>
        <p:nvPicPr>
          <p:cNvPr id="6" name="Image 5">
            <a:hlinkClick r:id="rId4"/>
            <a:extLst>
              <a:ext uri="{FF2B5EF4-FFF2-40B4-BE49-F238E27FC236}">
                <a16:creationId xmlns:a16="http://schemas.microsoft.com/office/drawing/2014/main" id="{2142F5C2-5E51-CC23-88AC-D97D5EE3F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972" y="93109"/>
            <a:ext cx="2079428" cy="13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8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Les Plus Beaux Logis de Paris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2 : Modèle de classification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27650" y="617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2200" dirty="0">
                <a:latin typeface="Montserrat"/>
                <a:ea typeface="Montserrat"/>
                <a:cs typeface="Montserrat"/>
                <a:sym typeface="Montserrat"/>
              </a:rPr>
              <a:t>Méthodologie de classification automatique </a:t>
            </a:r>
            <a:endParaRPr sz="2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729450" y="1437850"/>
            <a:ext cx="7688700" cy="8072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fr-FR" b="1" dirty="0"/>
              <a:t>Objectif : </a:t>
            </a:r>
            <a:r>
              <a:rPr lang="fr-FR" dirty="0"/>
              <a:t>Retrouver les deux segments (type local) en utilisant une méthode de classification (algorithme </a:t>
            </a:r>
            <a:r>
              <a:rPr lang="fr-FR" b="1" dirty="0"/>
              <a:t>K-Means)</a:t>
            </a:r>
            <a:r>
              <a:rPr lang="fr-FR" dirty="0"/>
              <a:t> automatique du portefeuille client</a:t>
            </a:r>
            <a:endParaRPr dirty="0"/>
          </a:p>
        </p:txBody>
      </p:sp>
      <p:sp>
        <p:nvSpPr>
          <p:cNvPr id="2" name="Google Shape;128;p20">
            <a:extLst>
              <a:ext uri="{FF2B5EF4-FFF2-40B4-BE49-F238E27FC236}">
                <a16:creationId xmlns:a16="http://schemas.microsoft.com/office/drawing/2014/main" id="{D6F2DA1A-55E0-765F-1F55-D0D7B6129FF6}"/>
              </a:ext>
            </a:extLst>
          </p:cNvPr>
          <p:cNvSpPr txBox="1">
            <a:spLocks/>
          </p:cNvSpPr>
          <p:nvPr/>
        </p:nvSpPr>
        <p:spPr>
          <a:xfrm>
            <a:off x="844797" y="2103864"/>
            <a:ext cx="2805487" cy="264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endParaRPr lang="fr-FR" b="1" dirty="0"/>
          </a:p>
          <a:p>
            <a:pPr marL="146050" indent="0">
              <a:buNone/>
            </a:pPr>
            <a:r>
              <a:rPr lang="fr-FR" sz="1100" dirty="0"/>
              <a:t>            Variables explicatives (X)</a:t>
            </a:r>
          </a:p>
          <a:p>
            <a:pPr marL="615950" lvl="1" indent="0">
              <a:buNone/>
            </a:pPr>
            <a:r>
              <a:rPr lang="fr-FR" dirty="0"/>
              <a:t>        │</a:t>
            </a:r>
          </a:p>
          <a:p>
            <a:pPr marL="615950" lvl="1" indent="0">
              <a:buNone/>
            </a:pPr>
            <a:r>
              <a:rPr lang="fr-FR" dirty="0"/>
              <a:t>        ▼</a:t>
            </a:r>
          </a:p>
          <a:p>
            <a:pPr marL="615950" lvl="1" indent="0">
              <a:buNone/>
            </a:pPr>
            <a:r>
              <a:rPr lang="fr-FR" dirty="0"/>
              <a:t>Standardisation (</a:t>
            </a:r>
            <a:r>
              <a:rPr lang="fr-FR" dirty="0" err="1"/>
              <a:t>StandardScaler</a:t>
            </a:r>
            <a:r>
              <a:rPr lang="fr-FR" dirty="0"/>
              <a:t>)</a:t>
            </a:r>
          </a:p>
          <a:p>
            <a:pPr marL="615950" lvl="1" indent="0">
              <a:buNone/>
            </a:pPr>
            <a:r>
              <a:rPr lang="fr-FR" dirty="0"/>
              <a:t>        │</a:t>
            </a:r>
          </a:p>
          <a:p>
            <a:pPr marL="615950" lvl="1" indent="0">
              <a:buNone/>
            </a:pPr>
            <a:r>
              <a:rPr lang="fr-FR" dirty="0"/>
              <a:t>        ▼</a:t>
            </a:r>
          </a:p>
          <a:p>
            <a:pPr marL="615950" lvl="1" indent="0">
              <a:buNone/>
            </a:pPr>
            <a:r>
              <a:rPr lang="fr-FR" dirty="0"/>
              <a:t>K-Means (2 clusters)</a:t>
            </a:r>
          </a:p>
          <a:p>
            <a:pPr marL="615950" lvl="1" indent="0">
              <a:buNone/>
            </a:pPr>
            <a:r>
              <a:rPr lang="fr-FR" dirty="0"/>
              <a:t>        │</a:t>
            </a:r>
          </a:p>
          <a:p>
            <a:pPr marL="615950" lvl="1" indent="0">
              <a:buNone/>
            </a:pPr>
            <a:r>
              <a:rPr lang="fr-FR" dirty="0"/>
              <a:t>        ▼</a:t>
            </a:r>
          </a:p>
          <a:p>
            <a:pPr marL="615950" lvl="1" indent="0">
              <a:buNone/>
            </a:pPr>
            <a:r>
              <a:rPr lang="fr-FR" dirty="0"/>
              <a:t>Attribution d'un cluster à chaque bien</a:t>
            </a:r>
          </a:p>
          <a:p>
            <a:pPr marL="615950" lvl="1" indent="0">
              <a:buNone/>
            </a:pPr>
            <a:r>
              <a:rPr lang="fr-FR" dirty="0"/>
              <a:t>        │</a:t>
            </a:r>
          </a:p>
          <a:p>
            <a:pPr marL="615950" lvl="1" indent="0">
              <a:buNone/>
            </a:pPr>
            <a:r>
              <a:rPr lang="fr-FR" dirty="0"/>
              <a:t>        ▼</a:t>
            </a:r>
          </a:p>
          <a:p>
            <a:pPr marL="615950" lvl="1" indent="0">
              <a:buNone/>
            </a:pPr>
            <a:r>
              <a:rPr lang="fr-FR" dirty="0"/>
              <a:t>Comparaison avec les types réels</a:t>
            </a:r>
          </a:p>
          <a:p>
            <a:pPr marL="615950" lvl="1" indent="0">
              <a:buNone/>
            </a:pPr>
            <a:r>
              <a:rPr lang="fr-FR" dirty="0"/>
              <a:t>        │</a:t>
            </a:r>
          </a:p>
          <a:p>
            <a:pPr marL="615950" lvl="1" indent="0">
              <a:buNone/>
            </a:pPr>
            <a:r>
              <a:rPr lang="fr-FR" dirty="0"/>
              <a:t>        ▼</a:t>
            </a:r>
          </a:p>
          <a:p>
            <a:pPr marL="615950" lvl="1" indent="0">
              <a:buNone/>
            </a:pPr>
            <a:r>
              <a:rPr lang="fr-FR" dirty="0"/>
              <a:t>Calcul du taux de correspondance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F1C4012-C405-2D5B-733A-F5C7CF41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Résultat de la classification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671000" y="1586533"/>
            <a:ext cx="7688700" cy="1476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fr-FR" dirty="0"/>
              <a:t>Les variables nombre de pièces principales et prix au mètre carré apparaissent comme les plus discriminantes pour distinguer les appartements des locaux commerciaux.</a:t>
            </a:r>
          </a:p>
          <a:p>
            <a:pPr marL="0" lvl="0" indent="0">
              <a:buNone/>
            </a:pPr>
            <a:endParaRPr lang="fr-FR" dirty="0"/>
          </a:p>
          <a:p>
            <a:pPr marL="0" lvl="0" indent="0">
              <a:buNone/>
            </a:pPr>
            <a:r>
              <a:rPr lang="fr-FR" dirty="0"/>
              <a:t>K-Means est particulièrement adapté à l'exploration des données, à la segmentation des biens et à l'identification de profils d'investissement, mais il n'a pas vocation à remplacer une information métier déjà connue.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34;p21">
            <a:extLst>
              <a:ext uri="{FF2B5EF4-FFF2-40B4-BE49-F238E27FC236}">
                <a16:creationId xmlns:a16="http://schemas.microsoft.com/office/drawing/2014/main" id="{21D1D825-EC9D-A131-3CFD-10173EE900F8}"/>
              </a:ext>
            </a:extLst>
          </p:cNvPr>
          <p:cNvSpPr txBox="1">
            <a:spLocks/>
          </p:cNvSpPr>
          <p:nvPr/>
        </p:nvSpPr>
        <p:spPr>
          <a:xfrm>
            <a:off x="784301" y="2951357"/>
            <a:ext cx="3356520" cy="168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Variables explicatives : </a:t>
            </a:r>
          </a:p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Prix au m2 et nombre de pièces </a:t>
            </a:r>
          </a:p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0097BFE-3000-B7E9-E58E-3A455A25C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2" y="3620739"/>
            <a:ext cx="3356520" cy="828791"/>
          </a:xfrm>
          <a:prstGeom prst="rect">
            <a:avLst/>
          </a:prstGeom>
        </p:spPr>
      </p:pic>
      <p:sp>
        <p:nvSpPr>
          <p:cNvPr id="6" name="Google Shape;134;p21">
            <a:extLst>
              <a:ext uri="{FF2B5EF4-FFF2-40B4-BE49-F238E27FC236}">
                <a16:creationId xmlns:a16="http://schemas.microsoft.com/office/drawing/2014/main" id="{096AE449-F9EB-1A43-9B47-AE4489018765}"/>
              </a:ext>
            </a:extLst>
          </p:cNvPr>
          <p:cNvSpPr txBox="1">
            <a:spLocks/>
          </p:cNvSpPr>
          <p:nvPr/>
        </p:nvSpPr>
        <p:spPr>
          <a:xfrm>
            <a:off x="4254122" y="2951357"/>
            <a:ext cx="3356520" cy="168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Variables explicatives : </a:t>
            </a:r>
          </a:p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Surface réelle et prix au m2</a:t>
            </a:r>
          </a:p>
          <a:p>
            <a:pPr marL="0" indent="0">
              <a:buFont typeface="Lato"/>
              <a:buNone/>
            </a:pPr>
            <a:r>
              <a:rPr lang="fr-FR" i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9DCF55-924A-889D-4AA5-1F7B43508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18653"/>
            <a:ext cx="1982094" cy="111653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F33577A-D1F5-AD7C-A53C-2981EC387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3CC1A58A-4A1F-116F-D68A-02B77A72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>
            <a:extLst>
              <a:ext uri="{FF2B5EF4-FFF2-40B4-BE49-F238E27FC236}">
                <a16:creationId xmlns:a16="http://schemas.microsoft.com/office/drawing/2014/main" id="{C9E4BF1F-4DF3-E19B-796F-4C5981C5C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600" dirty="0"/>
              <a:t>Limites des modèles utilisés</a:t>
            </a:r>
            <a:br>
              <a:rPr lang="fr-FR" sz="3600" dirty="0"/>
            </a:b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CCD18DC-5C57-08C4-AC3C-EDAEE21BD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089069"/>
              </p:ext>
            </p:extLst>
          </p:nvPr>
        </p:nvGraphicFramePr>
        <p:xfrm>
          <a:off x="812009" y="1630378"/>
          <a:ext cx="6893214" cy="1711239"/>
        </p:xfrm>
        <a:graphic>
          <a:graphicData uri="http://schemas.openxmlformats.org/drawingml/2006/table">
            <a:tbl>
              <a:tblPr/>
              <a:tblGrid>
                <a:gridCol w="3446607">
                  <a:extLst>
                    <a:ext uri="{9D8B030D-6E8A-4147-A177-3AD203B41FA5}">
                      <a16:colId xmlns:a16="http://schemas.microsoft.com/office/drawing/2014/main" val="2009554169"/>
                    </a:ext>
                  </a:extLst>
                </a:gridCol>
                <a:gridCol w="3446607">
                  <a:extLst>
                    <a:ext uri="{9D8B030D-6E8A-4147-A177-3AD203B41FA5}">
                      <a16:colId xmlns:a16="http://schemas.microsoft.com/office/drawing/2014/main" val="3467702848"/>
                    </a:ext>
                  </a:extLst>
                </a:gridCol>
              </a:tblGrid>
              <a:tr h="165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Régression linéaire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i="0" u="none" strike="noStrike" cap="none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K-Means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259017"/>
                  </a:ext>
                </a:extLst>
              </a:tr>
              <a:tr h="278679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Suppose une relation linéaire entre les variables.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Nécessite de choisir le nombre de clusters (K).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02232"/>
                  </a:ext>
                </a:extLst>
              </a:tr>
              <a:tr h="278679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Sensible aux valeurs aberrantes et aux données manquantes.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Sensible aux valeurs atypiques.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247329"/>
                  </a:ext>
                </a:extLst>
              </a:tr>
              <a:tr h="39189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Ne prend pas en compte certains facteurs influençant le prix (état du bien, prestations, environnement…).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 clusters sont des regroupements statistiques, pas des catégories métier.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818789"/>
                  </a:ext>
                </a:extLst>
              </a:tr>
              <a:tr h="39189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Les performances dépendent de la qualité et de la représentativité des données d'apprentissage.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 résultats peuvent varier selon l'initialisation et la forme des données.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983108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D1D18074-CD5E-D1D1-6FA7-9840F290D6EE}"/>
              </a:ext>
            </a:extLst>
          </p:cNvPr>
          <p:cNvSpPr txBox="1"/>
          <p:nvPr/>
        </p:nvSpPr>
        <p:spPr>
          <a:xfrm>
            <a:off x="810491" y="3519146"/>
            <a:ext cx="7523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Les deux modèles constituent des outils d'aide à la décision, et non des outils de prédiction parfaite.</a:t>
            </a:r>
          </a:p>
          <a:p>
            <a:r>
              <a:rPr lang="fr-FR" sz="1000" dirty="0"/>
              <a:t>Les résultats doivent être interprétés avec prudence et confrontés à l'expertise métier.</a:t>
            </a:r>
          </a:p>
          <a:p>
            <a:r>
              <a:rPr lang="fr-FR" sz="1000" dirty="0"/>
              <a:t>L'ajout de variables explicatives et de données plus récentes permettrait d'améliorer la fiabilité des analyses et des prédictions.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3E15593-AD50-6E5B-FE35-57D28110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3220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a8600f-4ee6-4bb5-8f14-53589536b6df}" enabled="0" method="" siteId="{55a8600f-4ee6-4bb5-8f14-53589536b6d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879</Words>
  <Application>Microsoft Office PowerPoint</Application>
  <PresentationFormat>Affichage à l'écran (16:9)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Raleway</vt:lpstr>
      <vt:lpstr>Montserrat</vt:lpstr>
      <vt:lpstr>Lato</vt:lpstr>
      <vt:lpstr>Arial</vt:lpstr>
      <vt:lpstr>Streamline</vt:lpstr>
      <vt:lpstr>Présentation PowerPoint</vt:lpstr>
      <vt:lpstr>Les Plus Beaux Logis de Paris Partie 1 : Modèle prédictif</vt:lpstr>
      <vt:lpstr>Évolution du marché immobilier parisien (2017-2021)</vt:lpstr>
      <vt:lpstr>L'impact de la localisation et de la nature des biens</vt:lpstr>
      <vt:lpstr>Construction du modèle de prédiction   </vt:lpstr>
      <vt:lpstr>Qualité du modèle   </vt:lpstr>
      <vt:lpstr>Valorisation du portefeuille d’actifs selon les prédictions   </vt:lpstr>
      <vt:lpstr>Les Plus Beaux Logis de Paris Partie 2 : Modèle de classification </vt:lpstr>
      <vt:lpstr>Méthodologie de classification automatique    </vt:lpstr>
      <vt:lpstr>Résultat de la classification   </vt:lpstr>
      <vt:lpstr>Limites des modèles utilisés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KOUAKOU Davies</cp:lastModifiedBy>
  <cp:revision>1</cp:revision>
  <dcterms:modified xsi:type="dcterms:W3CDTF">2026-06-27T15:37:17Z</dcterms:modified>
</cp:coreProperties>
</file>